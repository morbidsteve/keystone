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KEYSTONE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DevSecOps Pipeline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Securing Software from Commit to Deployment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Project Dynamis Component | USMC CJADC2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— March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B3A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CHALLENGE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41148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Government and healthcare deployments require software that passes rigorous security audits — NIST, FedRAMP, DoD STIGs, HIPAA. A single unscanned dependency or misconfigured container can block Authority to Operate.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754880" y="914400"/>
            <a:ext cx="36576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666666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754880" y="914400"/>
            <a:ext cx="3657600" cy="13716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6" name="Text 4"/>
          <p:cNvSpPr/>
          <p:nvPr/>
        </p:nvSpPr>
        <p:spPr>
          <a:xfrm>
            <a:off x="4754880" y="10515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810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73%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846320" y="13716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breaches involve unpatched vulnerabilities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920240"/>
            <a:ext cx="36576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666666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920240"/>
            <a:ext cx="3657600" cy="13716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0" y="20574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810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45 days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846320" y="23774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ATO delay from security findings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2926080"/>
            <a:ext cx="36576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666666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2926080"/>
            <a:ext cx="3657600" cy="13716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4" name="Text 12"/>
          <p:cNvSpPr/>
          <p:nvPr/>
        </p:nvSpPr>
        <p:spPr>
          <a:xfrm>
            <a:off x="4754880" y="30632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810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90%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846320" y="33832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containers run as root in default configs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PIPELINE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20040" y="1097280"/>
            <a:ext cx="1828800" cy="2286000"/>
          </a:xfrm>
          <a:prstGeom prst="rect">
            <a:avLst/>
          </a:prstGeom>
          <a:solidFill>
            <a:srgbClr val="1B3A5C"/>
          </a:solidFill>
          <a:ln w="12700">
            <a:solidFill>
              <a:srgbClr val="B0C4D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097280"/>
            <a:ext cx="1828800" cy="164592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13258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SCAN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11480" y="1691640"/>
            <a:ext cx="16459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SAST (Semgrep)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Secrets (TruffleHog)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Malware (ClamAV)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License check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194560" y="2103120"/>
            <a:ext cx="228600" cy="274320"/>
          </a:xfrm>
          <a:prstGeom prst="triangle">
            <a:avLst/>
          </a:prstGeom>
          <a:solidFill>
            <a:srgbClr val="B0C4DE"/>
          </a:solidFill>
          <a:ln/>
        </p:spPr>
      </p:sp>
      <p:sp>
        <p:nvSpPr>
          <p:cNvPr id="8" name="Shape 6"/>
          <p:cNvSpPr/>
          <p:nvPr/>
        </p:nvSpPr>
        <p:spPr>
          <a:xfrm>
            <a:off x="2423160" y="1097280"/>
            <a:ext cx="1828800" cy="2286000"/>
          </a:xfrm>
          <a:prstGeom prst="rect">
            <a:avLst/>
          </a:prstGeom>
          <a:solidFill>
            <a:srgbClr val="1B3A5C"/>
          </a:solidFill>
          <a:ln w="12700">
            <a:solidFill>
              <a:srgbClr val="B0C4D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423160" y="1097280"/>
            <a:ext cx="1828800" cy="164592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0" name="Text 8"/>
          <p:cNvSpPr/>
          <p:nvPr/>
        </p:nvSpPr>
        <p:spPr>
          <a:xfrm>
            <a:off x="2514600" y="13258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BUILD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514600" y="1691640"/>
            <a:ext cx="16459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Multi-stage Docker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Distroless base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Non-root user (UID 1001)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297680" y="2103120"/>
            <a:ext cx="228600" cy="274320"/>
          </a:xfrm>
          <a:prstGeom prst="triangle">
            <a:avLst/>
          </a:prstGeom>
          <a:solidFill>
            <a:srgbClr val="B0C4DE"/>
          </a:solidFill>
          <a:ln/>
        </p:spPr>
      </p:sp>
      <p:sp>
        <p:nvSpPr>
          <p:cNvPr id="13" name="Shape 11"/>
          <p:cNvSpPr/>
          <p:nvPr/>
        </p:nvSpPr>
        <p:spPr>
          <a:xfrm>
            <a:off x="4526280" y="1097280"/>
            <a:ext cx="1828800" cy="2286000"/>
          </a:xfrm>
          <a:prstGeom prst="rect">
            <a:avLst/>
          </a:prstGeom>
          <a:solidFill>
            <a:srgbClr val="1B3A5C"/>
          </a:solidFill>
          <a:ln w="12700">
            <a:solidFill>
              <a:srgbClr val="B0C4D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26280" y="1097280"/>
            <a:ext cx="1828800" cy="164592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5" name="Text 13"/>
          <p:cNvSpPr/>
          <p:nvPr/>
        </p:nvSpPr>
        <p:spPr>
          <a:xfrm>
            <a:off x="4617720" y="13258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SIGN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617720" y="1691640"/>
            <a:ext cx="16459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Cosign keyless (OIDC)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SBOM attestation (SPDX 2.3)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Rekor transparency log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00800" y="2103120"/>
            <a:ext cx="228600" cy="274320"/>
          </a:xfrm>
          <a:prstGeom prst="triangle">
            <a:avLst/>
          </a:prstGeom>
          <a:solidFill>
            <a:srgbClr val="B0C4DE"/>
          </a:solidFill>
          <a:ln/>
        </p:spPr>
      </p:sp>
      <p:sp>
        <p:nvSpPr>
          <p:cNvPr id="18" name="Shape 16"/>
          <p:cNvSpPr/>
          <p:nvPr/>
        </p:nvSpPr>
        <p:spPr>
          <a:xfrm>
            <a:off x="6629400" y="1097280"/>
            <a:ext cx="1828800" cy="2286000"/>
          </a:xfrm>
          <a:prstGeom prst="rect">
            <a:avLst/>
          </a:prstGeom>
          <a:solidFill>
            <a:srgbClr val="1B3A5C"/>
          </a:solidFill>
          <a:ln w="12700">
            <a:solidFill>
              <a:srgbClr val="B0C4D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629400" y="1097280"/>
            <a:ext cx="1828800" cy="164592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20" name="Text 18"/>
          <p:cNvSpPr/>
          <p:nvPr/>
        </p:nvSpPr>
        <p:spPr>
          <a:xfrm>
            <a:off x="6720840" y="13258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GATE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720840" y="1691640"/>
            <a:ext cx="16459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10 checks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must pass.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exceptions.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 or ship.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B3A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THE PIPELINE DELIVERS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2560320" cy="2011680"/>
          </a:xfrm>
          <a:prstGeom prst="rect">
            <a:avLst/>
          </a:prstGeom>
          <a:solidFill>
            <a:srgbClr val="FFFFFF"/>
          </a:solidFill>
          <a:ln w="25400">
            <a:solidFill>
              <a:srgbClr val="C8102E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02920" y="10515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810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COMPLIANCE READY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1417320"/>
            <a:ext cx="22860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Mapped to NIST 800-218,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NIST 800-53, FedRAMP High,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DoD Container Hardening,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HIPAA.</a:t>
            </a:r>
            <a:endParaRPr lang="en-US" sz="1000" dirty="0"/>
          </a:p>
          <a:p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Auto-generated compliance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report.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154680" y="914400"/>
            <a:ext cx="2560320" cy="2011680"/>
          </a:xfrm>
          <a:prstGeom prst="rect">
            <a:avLst/>
          </a:prstGeom>
          <a:solidFill>
            <a:srgbClr val="FFFFFF"/>
          </a:solidFill>
          <a:ln w="25400">
            <a:solidFill>
              <a:srgbClr val="C8102E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91840" y="10515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810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ZERO-TRUST BUILD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91840" y="1417320"/>
            <a:ext cx="22860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Non-root containers,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dropped capabilities,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read-only filesystems,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signed images,</a:t>
            </a:r>
            <a:endParaRPr lang="en-US" sz="1000" dirty="0"/>
          </a:p>
          <a:p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secrets in code.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943600" y="914400"/>
            <a:ext cx="2560320" cy="2011680"/>
          </a:xfrm>
          <a:prstGeom prst="rect">
            <a:avLst/>
          </a:prstGeom>
          <a:solidFill>
            <a:srgbClr val="FFFFFF"/>
          </a:solidFill>
          <a:ln w="25400">
            <a:solidFill>
              <a:srgbClr val="C8102E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080760" y="10515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810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CONTINUOUS SECURITY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080760" y="1417320"/>
            <a:ext cx="22860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Nightly CVE rescans,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issue creation,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Dependabot patches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through same gates.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security checks | SBOM every build | 80% coverage gate | Nightly rescans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28016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KEYSTONE pipeline doesn't bolt security on at the end. It builds it in from the first line of code.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914400" y="2560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commit scanned. Every image signed. Every deployment gated.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KEYSTONE DevSecOps | Project Dynamis | USMC CJADC2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2026-03-03T18:14:31Z</dcterms:created>
  <dcterms:modified xsi:type="dcterms:W3CDTF">2026-03-03T18:14:31Z</dcterms:modified>
</cp:coreProperties>
</file>